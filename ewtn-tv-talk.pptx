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rtodt/Library/Application Support/Claude/local-agent-mode-sessions/e81aba7d-6f2a-4777-9f77-e604f4f38053/effb56d9-3e15-4a01-8688-b775f780f70c/rpm/plugin_01QiSGyCbnPNTHKpDKWzqUdx/brand/logo/zaelo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84048"/>
            <a:ext cx="1463040" cy="4379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17043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3E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app for three platforms with a single codebase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160934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EWTN+ 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3E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TV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66928" y="250545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 with React Native, what problems we ran into, and how we solved them.</a:t>
            </a:r>
            <a:endParaRPr lang="en-US" sz="1250" dirty="0"/>
          </a:p>
        </p:txBody>
      </p:sp>
      <p:pic>
        <p:nvPicPr>
          <p:cNvPr id="6" name="Image 1" descr="/Users/bartodt/ewtn-tv-talk/images/home-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115568"/>
            <a:ext cx="4206240" cy="23664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3703320"/>
            <a:ext cx="8010144" cy="0"/>
          </a:xfrm>
          <a:prstGeom prst="line">
            <a:avLst/>
          </a:prstGeom>
          <a:noFill/>
          <a:ln w="12700">
            <a:solidFill>
              <a:srgbClr val="F3E06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" y="3858768"/>
            <a:ext cx="2548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66928" y="4059936"/>
            <a:ext cx="254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· Google Play · Amazon Appstore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97936" y="3858768"/>
            <a:ext cx="2548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97936" y="4059936"/>
            <a:ext cx="254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 · Android TV / Google TV · Fire TV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28944" y="3858768"/>
            <a:ext cx="2548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028944" y="4059936"/>
            <a:ext cx="254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 to January 2026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8010144" cy="0"/>
          </a:xfrm>
          <a:prstGeom prst="line">
            <a:avLst/>
          </a:prstGeom>
          <a:noFill/>
          <a:ln w="12700">
            <a:solidFill>
              <a:srgbClr val="B7A2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2296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TV hardware limitations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TV it is React, and it looks like a normal app. The machine underneath is not.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895344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671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49631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 2 GB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965960"/>
            <a:ext cx="3895344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21671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CPUs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249631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limited GPU capabilities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154680"/>
            <a:ext cx="3895344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558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storage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90872" y="3154680"/>
            <a:ext cx="3895344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33558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handling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10328" y="368503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always reliable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800" dirty="0"/>
          </a:p>
        </p:txBody>
      </p:sp>
      <p:pic>
        <p:nvPicPr>
          <p:cNvPr id="19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CLIENT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8010144" cy="0"/>
          </a:xfrm>
          <a:prstGeom prst="line">
            <a:avLst/>
          </a:prstGeom>
          <a:noFill/>
          <a:ln w="12700">
            <a:solidFill>
              <a:srgbClr val="B7A2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04672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EWTN: a global Catholic media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Television, radio, news and digital platforms.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81051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EWTN+ ships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084832"/>
            <a:ext cx="3895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live multi-lingual channels, 24/7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on-demand catalog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Bible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guide (EPG)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1728" y="1737360"/>
            <a:ext cx="3895344" cy="2706624"/>
          </a:xfrm>
          <a:prstGeom prst="roundRect">
            <a:avLst>
              <a:gd name="adj" fmla="val 202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190195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82896" y="221284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82896" y="2404872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Spanish. US only in the first stage, then worldwide.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82896" y="294436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app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82896" y="3136392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TV app with fewer features, rebuilt from scratch.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82896" y="367588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82896" y="3867912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(tvOS) · Google Play (Android TV / Google TV) · Amazon Appstore (Fire TV)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800" dirty="0"/>
          </a:p>
        </p:txBody>
      </p:sp>
      <p:pic>
        <p:nvPicPr>
          <p:cNvPr id="18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rtodt/Library/Application Support/Claude/local-agent-mode-sessions/e81aba7d-6f2a-4777-9f77-e604f4f38053/effb56d9-3e15-4a01-8688-b775f780f70c/rpm/plugin_01QiSGyCbnPNTHKpDKWzqUdx/brand/logo/zaelo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01168"/>
            <a:ext cx="731520" cy="2185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3E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566928" y="239572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270662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single codebase: the bright side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codebase, three platforms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on the react-native-tvos fork, plus Expo, in TypeScript. The same code produces every artifact the three stores accept, and Expo Application Services runs the builds and the submissions in the cloud.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1517904"/>
            <a:ext cx="9144000" cy="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688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33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tvOS + Expo, TypeScript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98648" y="24688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2633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81528" y="29260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builds and store submissions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51176" y="2994660"/>
            <a:ext cx="329184" cy="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64608" y="2994660"/>
            <a:ext cx="182880" cy="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2125980"/>
            <a:ext cx="0" cy="173736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2125980"/>
            <a:ext cx="182880" cy="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1737360"/>
            <a:ext cx="33467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8384" y="1856232"/>
            <a:ext cx="1005840" cy="237744"/>
          </a:xfrm>
          <a:prstGeom prst="roundRect">
            <a:avLst>
              <a:gd name="adj" fmla="val 50000"/>
            </a:avLst>
          </a:prstGeom>
          <a:ln w="12700">
            <a:solidFill>
              <a:srgbClr val="707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8384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28816" y="1865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28816" y="2139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tvOS, via TestFlight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47488" y="2994660"/>
            <a:ext cx="182880" cy="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30368" y="2606040"/>
            <a:ext cx="33467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8384" y="2724912"/>
            <a:ext cx="1005840" cy="237744"/>
          </a:xfrm>
          <a:prstGeom prst="roundRect">
            <a:avLst>
              <a:gd name="adj" fmla="val 50000"/>
            </a:avLst>
          </a:prstGeom>
          <a:ln w="12700">
            <a:solidFill>
              <a:srgbClr val="707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7523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.aab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58384" y="3017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28816" y="2734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28816" y="3008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TV, Google TV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47488" y="3863340"/>
            <a:ext cx="182880" cy="0"/>
          </a:xfrm>
          <a:prstGeom prst="line">
            <a:avLst/>
          </a:prstGeom>
          <a:noFill/>
          <a:ln w="19050">
            <a:solidFill>
              <a:srgbClr val="B7A21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30368" y="3474720"/>
            <a:ext cx="334670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58384" y="3593592"/>
            <a:ext cx="1005840" cy="237744"/>
          </a:xfrm>
          <a:prstGeom prst="roundRect">
            <a:avLst>
              <a:gd name="adj" fmla="val 50000"/>
            </a:avLst>
          </a:prstGeom>
          <a:ln w="12700">
            <a:solidFill>
              <a:srgbClr val="707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58384" y="36210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.aab / .apk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58384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amazon-production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28816" y="3602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Appstore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28816" y="38770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TV, Amazon variant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800" dirty="0"/>
          </a:p>
        </p:txBody>
      </p:sp>
      <p:pic>
        <p:nvPicPr>
          <p:cNvPr id="37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CHALLENGES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8010144" cy="0"/>
          </a:xfrm>
          <a:prstGeom prst="line">
            <a:avLst/>
          </a:prstGeom>
          <a:noFill/>
          <a:ln w="12700">
            <a:solidFill>
              <a:srgbClr val="B7A2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04672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the cost went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4864" cy="566928"/>
          </a:xfrm>
          <a:prstGeom prst="rect">
            <a:avLst/>
          </a:prstGeom>
          <a:solidFill>
            <a:srgbClr val="F3E060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417320"/>
            <a:ext cx="7955280" cy="566928"/>
          </a:xfrm>
          <a:prstGeom prst="roundRect">
            <a:avLst>
              <a:gd name="adj" fmla="val 8065"/>
            </a:avLst>
          </a:prstGeom>
          <a:solidFill>
            <a:srgbClr val="FCF7DC"/>
          </a:solidFill>
          <a:ln w="12700">
            <a:solidFill>
              <a:srgbClr val="F3E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45336"/>
            <a:ext cx="310896" cy="310896"/>
          </a:xfrm>
          <a:prstGeom prst="ellipse">
            <a:avLst/>
          </a:prstGeom>
          <a:solidFill>
            <a:srgbClr val="211E2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9105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43584" y="1481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handling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3320" y="149047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mouse or touch screen. The remote's D-pad drives focus, and each OS's native engine decides where it lands.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057400"/>
            <a:ext cx="801014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185416"/>
            <a:ext cx="310896" cy="310896"/>
          </a:xfrm>
          <a:prstGeom prst="ellipse">
            <a:avLst/>
          </a:prstGeom>
          <a:solidFill>
            <a:srgbClr val="211E2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2311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43584" y="21214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13055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VoiceOver, TalkBack and VoiceView increase the test matrix and fail in opposite ways.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697480"/>
            <a:ext cx="801014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825496"/>
            <a:ext cx="310896" cy="310896"/>
          </a:xfrm>
          <a:prstGeom prst="ellipse">
            <a:avLst/>
          </a:prstGeom>
          <a:solidFill>
            <a:srgbClr val="211E2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712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43584" y="27614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codebase for three platforms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277063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tvOS, Android Amazon devices and Android Google devices differ.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337560"/>
            <a:ext cx="801014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465576"/>
            <a:ext cx="310896" cy="310896"/>
          </a:xfrm>
          <a:prstGeom prst="ellipse">
            <a:avLst/>
          </a:prstGeom>
          <a:solidFill>
            <a:srgbClr val="211E2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51129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43584" y="34015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documentation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341071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material on TV apps than on mobile or web, on top of a fork that is little known.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977640"/>
            <a:ext cx="801014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4105656"/>
            <a:ext cx="310896" cy="310896"/>
          </a:xfrm>
          <a:prstGeom prst="ellipse">
            <a:avLst/>
          </a:prstGeom>
          <a:solidFill>
            <a:srgbClr val="211E2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15137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43584" y="40416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Emulators vs physical devices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03320" y="4050792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Focus, accessibility and performance behave differently on real hardware.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800" dirty="0"/>
          </a:p>
        </p:txBody>
      </p:sp>
      <p:pic>
        <p:nvPicPr>
          <p:cNvPr id="33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Focus handling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TV there is no mouse or touch screen: focus moves with the remote's D-pad, and the native engine decides where it goes from the layout's geometry.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symptoms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2084832"/>
            <a:ext cx="3895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escaping to the side menu during transitions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lost after asynchronous loads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focus on the wrong element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elements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81728" y="18288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handled 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81728" y="2084832"/>
            <a:ext cx="3895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reusable solutions (hooks and wrappers)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focus on the side menu during navigation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749040"/>
            <a:ext cx="54864" cy="566928"/>
          </a:xfrm>
          <a:prstGeom prst="rect">
            <a:avLst/>
          </a:prstGeom>
          <a:solidFill>
            <a:srgbClr val="F3E06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3749040"/>
            <a:ext cx="7955280" cy="566928"/>
          </a:xfrm>
          <a:prstGeom prst="roundRect">
            <a:avLst>
              <a:gd name="adj" fmla="val 8065"/>
            </a:avLst>
          </a:prstGeom>
          <a:solidFill>
            <a:srgbClr val="FCF7D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8221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native engine, supported by react-native-tvos APIs.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800" dirty="0"/>
          </a:p>
        </p:txBody>
      </p:sp>
      <p:pic>
        <p:nvPicPr>
          <p:cNvPr id="14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rtodt/ewtn-tv-talk/images/live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4265"/>
            <a:ext cx="4572000" cy="2572207"/>
          </a:xfrm>
          <a:prstGeom prst="rect">
            <a:avLst/>
          </a:prstGeom>
        </p:spPr>
      </p:pic>
      <p:pic>
        <p:nvPicPr>
          <p:cNvPr id="3" name="Image 1" descr="/Users/bartodt/ewtn-tv-talk/images/focus-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74320"/>
            <a:ext cx="3616452" cy="443209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800" dirty="0"/>
          </a:p>
        </p:txBody>
      </p:sp>
      <p:pic>
        <p:nvPicPr>
          <p:cNvPr id="6" name="Image 2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Screen readers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61872"/>
            <a:ext cx="6931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— and still a big part of the work, because the client asks for a strong emphasis on accessibility.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856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differentiation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2112264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TV, accessibility-focus differs from interaction focus. The reader announces the element with accessibility-focus.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platforms fail in opposite ways.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10128" y="1856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symptoms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10128" y="2112264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not targeted by accessibility-focus</a:t>
            </a:r>
            <a:endParaRPr lang="en-US" sz="10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element not matching the focused one</a:t>
            </a:r>
            <a:endParaRPr lang="en-US" sz="10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cut off when the UI updates</a:t>
            </a:r>
            <a:endParaRPr lang="en-US" sz="10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announced on programmatic focus moves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53328" y="1856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handled 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53328" y="2112264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AccessibleContainer wrapper, reused everywhere</a:t>
            </a:r>
            <a:endParaRPr lang="en-US" sz="10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focus request paired with an accessibility-focus request</a:t>
            </a:r>
            <a:endParaRPr lang="en-US" sz="10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policy: evidence videos with the reader on and off</a:t>
            </a:r>
            <a:endParaRPr lang="en-US" sz="10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announcements on complex views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749040"/>
            <a:ext cx="8010144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858768"/>
            <a:ext cx="7534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4059936"/>
            <a:ext cx="7534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Nonprofits that are public accommodations or take federal funding are expected to meet the Americans with Disabilities Act, or face litigation.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800" dirty="0"/>
          </a:p>
        </p:txBody>
      </p:sp>
      <p:pic>
        <p:nvPicPr>
          <p:cNvPr id="17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codebase, three behaviors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70432"/>
          <a:ext cx="801014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12848"/>
                <a:gridCol w="2212848"/>
                <a:gridCol w="221284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tvOS (Apple TV)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TV / Google 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Infers targets by position and alignment. Diagonals and swipe supported.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element in the pressed direction. No diagonals.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of the previous element, then focus of the new one.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of the new element before blur of the previous one.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reader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VoiceOver cannot land on a Text component.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TalkBack lands on a Text component.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VoiceView: similar to 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react-native-video does not report bitrate changes.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react-native-video reports bitrate changes.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11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Android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31596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Divergences between the applications are isolated in defensive config plugins: they inject native code without keeping ios / android folders around.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  <p:pic>
        <p:nvPicPr>
          <p:cNvPr id="8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1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rtodt/Library/Application Support/Claude/local-agent-mode-sessions/e81aba7d-6f2a-4777-9f77-e604f4f38053/effb56d9-3e15-4a01-8688-b775f780f70c/rpm/plugin_01QiSGyCbnPNTHKpDKWzqUdx/brand/logo/zaelo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01168"/>
            <a:ext cx="731520" cy="2185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1148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bet, weighed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8595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one platform was prone to breaking another — and the codebase can fill up with platform conditionals if nobody watches it.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66928" y="1261872"/>
            <a:ext cx="3895344" cy="3291840"/>
          </a:xfrm>
          <a:prstGeom prst="roundRect">
            <a:avLst>
              <a:gd name="adj" fmla="val 2222"/>
            </a:avLst>
          </a:prstGeom>
          <a:solidFill>
            <a:srgbClr val="2B2729"/>
          </a:solidFill>
          <a:ln w="19050">
            <a:solidFill>
              <a:srgbClr val="F3E0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42646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" y="1737360"/>
            <a:ext cx="349300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and a single UI for three stores.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for navigation, EAS for builds and submissions: no local Xcode or Gradle.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React Native ecosystem (player, state, validation), fast iteration with hot reload.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team had prior React experience.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reuse business logic for the future mobile app.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90872" y="1261872"/>
            <a:ext cx="3895344" cy="3291840"/>
          </a:xfrm>
          <a:prstGeom prst="roundRect">
            <a:avLst>
              <a:gd name="adj" fmla="val 2222"/>
            </a:avLst>
          </a:prstGeom>
          <a:solidFill>
            <a:srgbClr val="2B2729"/>
          </a:solidFill>
          <a:ln w="12700">
            <a:solidFill>
              <a:srgbClr val="3A36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42646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92040" y="1737360"/>
            <a:ext cx="349300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lags behind React Native and Expo. TV support is fragile.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documentation.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focus engine forces platform conditionals throughout the UI.</a:t>
            </a:r>
            <a:endParaRPr lang="en-US" sz="110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1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end-to-end testing.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7A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4 AND 5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8010144" cy="0"/>
          </a:xfrm>
          <a:prstGeom prst="line">
            <a:avLst/>
          </a:prstGeom>
          <a:noFill/>
          <a:ln w="12700">
            <a:solidFill>
              <a:srgbClr val="B7A2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04672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1E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and devices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38953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9961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documentation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810512"/>
            <a:ext cx="3493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react-native-tvos is a fork maintained by few people, with scarce documentation — and far less material on TV apps, and on TV accessibility, than on mobile or web.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2670048"/>
            <a:ext cx="3493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did not contribute much at first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became useful once a solid base of custom solutions existed to use as reference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35024"/>
            <a:ext cx="38953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9961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Emulators vs physical devices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10512"/>
            <a:ext cx="3493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Focus, accessibility and performance behave differently on real hardware.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2670048"/>
            <a:ext cx="3493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TV's VoiceOver can only be tested on a physical device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TV has no official emulator: testing runs over adb against physical sticks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timing and the system keyboard differ between the Android TV emulator and a real Google TV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21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D-pad lag and screen-transition delays only show up on hardware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  <p:pic>
        <p:nvPicPr>
          <p:cNvPr id="15" name="Image 0" descr="/Users/bartodt/Library/Application Support/Claude/local-agent-mode-sessions/e81aba7d-6f2a-4777-9f77-e604f4f38053/effb56d9-3e15-4a01-8688-b775f780f70c/rpm/plugin_01QiSGyCbnPNTHKpDKWzqUdx/brand/logo/zaelot-logo-th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4846320"/>
            <a:ext cx="475488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1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rtodt/Library/Application Support/Claude/local-agent-mode-sessions/e81aba7d-6f2a-4777-9f77-e604f4f38053/effb56d9-3e15-4a01-8688-b775f780f70c/rpm/plugin_01QiSGyCbnPNTHKpDKWzqUdx/brand/logo/zaelo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01168"/>
            <a:ext cx="731520" cy="2185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5720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3E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Closing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31520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take home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243584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is still positive: the app is in production, in three stores, built by a small team.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1865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52144" y="1810512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three stores, a small team.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" y="2084832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 works, with the cost concentrated in focus and accessibility.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52144" y="2414016"/>
            <a:ext cx="7424928" cy="0"/>
          </a:xfrm>
          <a:prstGeom prst="line">
            <a:avLst/>
          </a:prstGeom>
          <a:noFill/>
          <a:ln w="12700">
            <a:solidFill>
              <a:srgbClr val="3A3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52144" y="2505456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focus engine and screen readers are the real TV problem.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2144" y="2779776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is conventional React Native development.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52144" y="3108960"/>
            <a:ext cx="7424928" cy="0"/>
          </a:xfrm>
          <a:prstGeom prst="line">
            <a:avLst/>
          </a:prstGeom>
          <a:noFill/>
          <a:ln w="12700">
            <a:solidFill>
              <a:srgbClr val="3A3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255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52144" y="3200400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upstream does not document, the team documents.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" y="3474720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 and in guides.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52144" y="3803904"/>
            <a:ext cx="7424928" cy="0"/>
          </a:xfrm>
          <a:prstGeom prst="line">
            <a:avLst/>
          </a:prstGeom>
          <a:noFill/>
          <a:ln w="12700">
            <a:solidFill>
              <a:srgbClr val="3A36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950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2144" y="3895344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with Suitest.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52144" y="4169664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catch any kind of instability in time.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4782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Zaelot · EWTN+ for TV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52160" y="4782312"/>
            <a:ext cx="2724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EWTN+ for TV</dc:title>
  <dc:subject>PptxGenJS Presentation</dc:subject>
  <dc:creator>PptxGenJS</dc:creator>
  <cp:lastModifiedBy>PptxGenJS</cp:lastModifiedBy>
  <cp:revision>1</cp:revision>
  <dcterms:created xsi:type="dcterms:W3CDTF">2026-09-16T18:49:18Z</dcterms:created>
  <dcterms:modified xsi:type="dcterms:W3CDTF">2026-09-16T18:49:18Z</dcterms:modified>
</cp:coreProperties>
</file>